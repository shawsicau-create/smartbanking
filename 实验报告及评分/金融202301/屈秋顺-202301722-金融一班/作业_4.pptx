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工商银行 2025年报速读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  <a:latin typeface="Microsoft YaHei"/>
              </a:defRPr>
            </a:pPr>
            <a:r>
              <a:t>内部参考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Microsoft YaHei"/>
              </a:defRPr>
            </a:pPr>
            <a:r>
              <a:t>制作人：肖诗顺    日期：2026年6月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  <a:latin typeface="Microsoft YaHei"/>
              </a:defRPr>
            </a:pPr>
            <a:r>
              <a:t>关键财务指标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同比变化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营业收入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8,432亿元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+3.2%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净利润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3,651亿元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+2.8%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不良贷款率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-3bp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净资产收益率(ROE)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12.15%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总资产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48.6万亿元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+8.5%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存贷款余额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35.2万亿元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latin typeface="Microsoft YaHei"/>
                        </a:defRPr>
                      </a:pPr>
                      <a:r>
                        <a:t>+7.8%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  <a:latin typeface="Microsoft YaHei"/>
              </a:defRPr>
            </a:pPr>
            <a:r>
              <a:t>业务亮点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1. 普惠金融贷款增长：小微企业贷款余额突破2.5万亿元，较年初增长22%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2. 数字化转型成效：手机银行月活用户突破2亿，数字化业务占比超98%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3. 国际化业务布局：境外机构覆盖69个国家和地区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4. 绿色信贷发展：绿色信贷余额突破5万亿元，较年初增长18%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5. 零售业务转型：个人客户AUM突破20万亿元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8936"/>
                </a:solidFill>
                <a:latin typeface="Microsoft YaHei"/>
              </a:defRPr>
            </a:pPr>
            <a:r>
              <a:t>风险提示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D8936"/>
                </a:solidFill>
                <a:latin typeface="Microsoft YaHei"/>
              </a:defRPr>
            </a:pPr>
            <a:r>
              <a:t>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8936"/>
                </a:solidFill>
                <a:latin typeface="Microsoft YaHei"/>
              </a:defRPr>
            </a:pPr>
            <a:r>
              <a:t>资产质量压力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受宏观经济增速放缓影响，部分行业企业经营困难，银行资产质量面临下行压力。房地产行业风险仍在出清过程中。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D8936"/>
                </a:solidFill>
                <a:latin typeface="Microsoft YaHei"/>
              </a:defRPr>
            </a:pPr>
            <a: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8936"/>
                </a:solidFill>
                <a:latin typeface="Microsoft YaHei"/>
              </a:defRPr>
            </a:pPr>
            <a:r>
              <a:t>净息差收窄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749039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在LPR持续下调和存款成本相对刚性的背景下，银行业净息差持续收窄至1.52%左右，利息净收入增长面临挑战。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D8936"/>
                </a:solidFill>
                <a:latin typeface="Microsoft YaHe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8936"/>
                </a:solidFill>
                <a:latin typeface="Microsoft YaHei"/>
              </a:defRPr>
            </a:pPr>
            <a:r>
              <a:t>房地产风险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房地产行业债务风险仍需关注，部分房企偿债能力不足，银行涉房贷款风险暴露可能持续。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DDEE"/>
                </a:solidFill>
                <a:latin typeface="Microsoft YaHei"/>
              </a:defRPr>
            </a:pPr>
            <a:r>
              <a:t>★  经营业绩稳健，全球领先地位持续巩固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DDEE"/>
                </a:solidFill>
                <a:latin typeface="Microsoft YaHei"/>
              </a:defRPr>
            </a:pPr>
            <a:r>
              <a:t>★  普惠金融与绿色信贷双轮驱动发展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DDEE"/>
                </a:solidFill>
                <a:latin typeface="Microsoft YaHei"/>
              </a:defRPr>
            </a:pPr>
            <a:r>
              <a:t>★  数字化转型深入推进，科技赋能成效显著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937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DDEE"/>
                </a:solidFill>
                <a:latin typeface="Microsoft YaHei"/>
              </a:defRPr>
            </a:pPr>
            <a:r>
              <a:t>★  关注资产质量与净息差等风险挑战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669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DDEE"/>
                </a:solidFill>
                <a:latin typeface="Microsoft YaHei"/>
              </a:defRPr>
            </a:pPr>
            <a:r>
              <a:t>★  展望2026：持续深化高质量发展战略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